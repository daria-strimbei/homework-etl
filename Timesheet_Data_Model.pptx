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a Strimbei" userId="2e6c69e1-dbed-4781-aa90-e032c236b573" providerId="ADAL" clId="{7A43C9E0-4C9D-42DD-8079-889050734B3D}"/>
    <pc:docChg chg="custSel modSld">
      <pc:chgData name="Daria Strimbei" userId="2e6c69e1-dbed-4781-aa90-e032c236b573" providerId="ADAL" clId="{7A43C9E0-4C9D-42DD-8079-889050734B3D}" dt="2026-04-01T08:32:45.944" v="4" actId="1076"/>
      <pc:docMkLst>
        <pc:docMk/>
      </pc:docMkLst>
      <pc:sldChg chg="addSp modSp mod setBg addAnim setClrOvrMap">
        <pc:chgData name="Daria Strimbei" userId="2e6c69e1-dbed-4781-aa90-e032c236b573" providerId="ADAL" clId="{7A43C9E0-4C9D-42DD-8079-889050734B3D}" dt="2026-04-01T08:32:31.047" v="2"/>
        <pc:sldMkLst>
          <pc:docMk/>
          <pc:sldMk cId="0" sldId="256"/>
        </pc:sldMkLst>
        <pc:spChg chg="mod">
          <ac:chgData name="Daria Strimbei" userId="2e6c69e1-dbed-4781-aa90-e032c236b573" providerId="ADAL" clId="{7A43C9E0-4C9D-42DD-8079-889050734B3D}" dt="2026-04-01T08:32:31.047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ria Strimbei" userId="2e6c69e1-dbed-4781-aa90-e032c236b573" providerId="ADAL" clId="{7A43C9E0-4C9D-42DD-8079-889050734B3D}" dt="2026-04-01T08:32:31.047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Daria Strimbei" userId="2e6c69e1-dbed-4781-aa90-e032c236b573" providerId="ADAL" clId="{7A43C9E0-4C9D-42DD-8079-889050734B3D}" dt="2026-04-01T08:32:31.047" v="0" actId="26606"/>
          <ac:spMkLst>
            <pc:docMk/>
            <pc:sldMk cId="0" sldId="256"/>
            <ac:spMk id="8" creationId="{9179DE42-5613-4B35-A1E6-6CCBAA13C743}"/>
          </ac:spMkLst>
        </pc:spChg>
        <pc:spChg chg="add">
          <ac:chgData name="Daria Strimbei" userId="2e6c69e1-dbed-4781-aa90-e032c236b573" providerId="ADAL" clId="{7A43C9E0-4C9D-42DD-8079-889050734B3D}" dt="2026-04-01T08:32:31.047" v="0" actId="26606"/>
          <ac:spMkLst>
            <pc:docMk/>
            <pc:sldMk cId="0" sldId="256"/>
            <ac:spMk id="14" creationId="{52FB45E9-914E-4471-AC87-E475CD51767D}"/>
          </ac:spMkLst>
        </pc:spChg>
        <pc:spChg chg="add">
          <ac:chgData name="Daria Strimbei" userId="2e6c69e1-dbed-4781-aa90-e032c236b573" providerId="ADAL" clId="{7A43C9E0-4C9D-42DD-8079-889050734B3D}" dt="2026-04-01T08:32:31.047" v="0" actId="26606"/>
          <ac:spMkLst>
            <pc:docMk/>
            <pc:sldMk cId="0" sldId="256"/>
            <ac:spMk id="16" creationId="{C310626D-5743-49D4-8F7D-88C4F8F05774}"/>
          </ac:spMkLst>
        </pc:spChg>
        <pc:spChg chg="add">
          <ac:chgData name="Daria Strimbei" userId="2e6c69e1-dbed-4781-aa90-e032c236b573" providerId="ADAL" clId="{7A43C9E0-4C9D-42DD-8079-889050734B3D}" dt="2026-04-01T08:32:31.047" v="0" actId="26606"/>
          <ac:spMkLst>
            <pc:docMk/>
            <pc:sldMk cId="0" sldId="256"/>
            <ac:spMk id="18" creationId="{3C195FC1-B568-4C72-9902-34CB35DDD7A1}"/>
          </ac:spMkLst>
        </pc:spChg>
        <pc:spChg chg="add">
          <ac:chgData name="Daria Strimbei" userId="2e6c69e1-dbed-4781-aa90-e032c236b573" providerId="ADAL" clId="{7A43C9E0-4C9D-42DD-8079-889050734B3D}" dt="2026-04-01T08:32:31.047" v="0" actId="26606"/>
          <ac:spMkLst>
            <pc:docMk/>
            <pc:sldMk cId="0" sldId="256"/>
            <ac:spMk id="20" creationId="{EF2BDF77-362C-43F0-8CBB-A969EC2AE0C4}"/>
          </ac:spMkLst>
        </pc:spChg>
        <pc:spChg chg="add">
          <ac:chgData name="Daria Strimbei" userId="2e6c69e1-dbed-4781-aa90-e032c236b573" providerId="ADAL" clId="{7A43C9E0-4C9D-42DD-8079-889050734B3D}" dt="2026-04-01T08:32:31.047" v="0" actId="26606"/>
          <ac:spMkLst>
            <pc:docMk/>
            <pc:sldMk cId="0" sldId="256"/>
            <ac:spMk id="22" creationId="{4BE96B01-3929-432D-B8C2-ADBCB74C2EF4}"/>
          </ac:spMkLst>
        </pc:spChg>
        <pc:spChg chg="add">
          <ac:chgData name="Daria Strimbei" userId="2e6c69e1-dbed-4781-aa90-e032c236b573" providerId="ADAL" clId="{7A43C9E0-4C9D-42DD-8079-889050734B3D}" dt="2026-04-01T08:32:31.047" v="0" actId="26606"/>
          <ac:spMkLst>
            <pc:docMk/>
            <pc:sldMk cId="0" sldId="256"/>
            <ac:spMk id="24" creationId="{2A6FCDE6-CDE2-4C51-B18E-A95CFB679714}"/>
          </ac:spMkLst>
        </pc:spChg>
        <pc:spChg chg="add">
          <ac:chgData name="Daria Strimbei" userId="2e6c69e1-dbed-4781-aa90-e032c236b573" providerId="ADAL" clId="{7A43C9E0-4C9D-42DD-8079-889050734B3D}" dt="2026-04-01T08:32:31.047" v="0" actId="26606"/>
          <ac:spMkLst>
            <pc:docMk/>
            <pc:sldMk cId="0" sldId="256"/>
            <ac:spMk id="26" creationId="{9D2E8756-2465-473A-BA2A-2DB1D6224745}"/>
          </ac:spMkLst>
        </pc:spChg>
      </pc:sldChg>
      <pc:sldChg chg="modSp mod">
        <pc:chgData name="Daria Strimbei" userId="2e6c69e1-dbed-4781-aa90-e032c236b573" providerId="ADAL" clId="{7A43C9E0-4C9D-42DD-8079-889050734B3D}" dt="2026-04-01T08:32:45.944" v="4" actId="1076"/>
        <pc:sldMkLst>
          <pc:docMk/>
          <pc:sldMk cId="0" sldId="257"/>
        </pc:sldMkLst>
        <pc:picChg chg="mod">
          <ac:chgData name="Daria Strimbei" userId="2e6c69e1-dbed-4781-aa90-e032c236b573" providerId="ADAL" clId="{7A43C9E0-4C9D-42DD-8079-889050734B3D}" dt="2026-04-01T08:32:45.944" v="4" actId="1076"/>
          <ac:picMkLst>
            <pc:docMk/>
            <pc:sldMk cId="0" sldId="257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936AB-7086-4121-A270-C19C22F3C9C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36800-2EEA-412E-B9EE-9034D7F75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8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6800-2EEA-412E-B9EE-9034D7F758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54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8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29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9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39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1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5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59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7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01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0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495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58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2627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02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0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0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9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19136" y="1020871"/>
            <a:ext cx="6960759" cy="2849671"/>
          </a:xfrm>
        </p:spPr>
        <p:txBody>
          <a:bodyPr>
            <a:normAutofit/>
          </a:bodyPr>
          <a:lstStyle/>
          <a:p>
            <a:pPr algn="l"/>
            <a:r>
              <a:rPr lang="en-US" sz="6000">
                <a:solidFill>
                  <a:srgbClr val="FFFFFF"/>
                </a:solidFill>
              </a:rPr>
              <a:t>Timesheet Data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8104" y="3962088"/>
            <a:ext cx="6112077" cy="1186108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>
                    <a:alpha val="70000"/>
                  </a:srgbClr>
                </a:solidFill>
              </a:rPr>
              <a:t>Star Schema Overview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Data Model</a:t>
            </a:r>
          </a:p>
        </p:txBody>
      </p:sp>
      <p:pic>
        <p:nvPicPr>
          <p:cNvPr id="3" name="Picture 2" descr="star-schema-etl-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55" y="1316941"/>
            <a:ext cx="11759678" cy="55410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Simplified Data Model</a:t>
            </a:r>
          </a:p>
        </p:txBody>
      </p:sp>
      <p:pic>
        <p:nvPicPr>
          <p:cNvPr id="3" name="Picture 2" descr="star-schema-e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8" y="1216873"/>
            <a:ext cx="7959214" cy="56411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B4E624-58C3-F19F-4044-AB7D977C9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95573"/>
            <a:ext cx="7878882" cy="60947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BAA852-B41F-381E-D278-E5A51C2F9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402" y="2050195"/>
            <a:ext cx="3496478" cy="4578722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AF638C2-C74C-56A1-6B33-CF739AD25845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2052320" y="4339556"/>
            <a:ext cx="6572082" cy="1950775"/>
          </a:xfrm>
          <a:prstGeom prst="bentConnector3">
            <a:avLst>
              <a:gd name="adj1" fmla="val 691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A8F9CBF-8C9A-6EB3-9BEA-D2B31048787D}"/>
              </a:ext>
            </a:extLst>
          </p:cNvPr>
          <p:cNvCxnSpPr>
            <a:cxnSpLocks/>
          </p:cNvCxnSpPr>
          <p:nvPr/>
        </p:nvCxnSpPr>
        <p:spPr>
          <a:xfrm flipV="1">
            <a:off x="5161935" y="4491956"/>
            <a:ext cx="3462467" cy="21704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2E65E59-E383-CC45-99B7-B8A9B02302A9}"/>
              </a:ext>
            </a:extLst>
          </p:cNvPr>
          <p:cNvCxnSpPr/>
          <p:nvPr/>
        </p:nvCxnSpPr>
        <p:spPr>
          <a:xfrm>
            <a:off x="1907458" y="6290331"/>
            <a:ext cx="3254477" cy="372096"/>
          </a:xfrm>
          <a:prstGeom prst="bentConnector3">
            <a:avLst>
              <a:gd name="adj1" fmla="val 151"/>
            </a:avLst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9658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de93b7-8949-4e3d-a08b-0d778f7f5cab}" enabled="1" method="Standard" siteId="{0b3fc178-b730-4e8b-9843-e81259237b7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13</Words>
  <Application>Microsoft Office PowerPoint</Application>
  <PresentationFormat>Widescreen</PresentationFormat>
  <Paragraphs>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Trebuchet MS</vt:lpstr>
      <vt:lpstr>Wingdings 3</vt:lpstr>
      <vt:lpstr>Facet</vt:lpstr>
      <vt:lpstr>Timesheet Data Model</vt:lpstr>
      <vt:lpstr>Initial Data Model</vt:lpstr>
      <vt:lpstr>Simplified Data Model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Daria Strimbei</dc:creator>
  <cp:keywords/>
  <dc:description>generated using python-pptx</dc:description>
  <cp:lastModifiedBy>Daria Strimbei</cp:lastModifiedBy>
  <cp:revision>3</cp:revision>
  <dcterms:created xsi:type="dcterms:W3CDTF">2013-01-27T09:14:16Z</dcterms:created>
  <dcterms:modified xsi:type="dcterms:W3CDTF">2026-04-01T08:32:48Z</dcterms:modified>
  <cp:category/>
</cp:coreProperties>
</file>